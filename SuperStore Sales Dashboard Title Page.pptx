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26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53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08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46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2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4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2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166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4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2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13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90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71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99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15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47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918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132AD50-B282-4A54-8F37-EC8E2BF2089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5304B90-E145-48CD-971B-D519443A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5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F8F0B-95ED-F9B2-F27E-C40BD42412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Superstore Sales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31C13-B36F-EDC9-27BA-522D2D40DC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 members: Cooper Hartzog, Matthew Myers, Ayden Sabol</a:t>
            </a:r>
          </a:p>
        </p:txBody>
      </p:sp>
    </p:spTree>
    <p:extLst>
      <p:ext uri="{BB962C8B-B14F-4D97-AF65-F5344CB8AC3E}">
        <p14:creationId xmlns:p14="http://schemas.microsoft.com/office/powerpoint/2010/main" val="42554573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</TotalTime>
  <Words>14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 Boardroom</vt:lpstr>
      <vt:lpstr>Superstore Sales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Cooper Hartzog III</dc:creator>
  <cp:lastModifiedBy>Cooper Hartzog III</cp:lastModifiedBy>
  <cp:revision>1</cp:revision>
  <dcterms:created xsi:type="dcterms:W3CDTF">2025-12-11T01:33:36Z</dcterms:created>
  <dcterms:modified xsi:type="dcterms:W3CDTF">2025-12-11T01:36:46Z</dcterms:modified>
</cp:coreProperties>
</file>